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34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969264"/>
            <a:ext cx="11018520" cy="5074920"/>
          </a:xfrm>
          <a:prstGeom prst="roundRect">
            <a:avLst>
              <a:gd name="adj" fmla="val 2883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1732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Flickr8k Image Captioning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033272" y="2029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Final Presentation </a:t>
            </a:r>
            <a:r>
              <a:rPr lang="ru-RU" sz="1600" dirty="0">
                <a:solidFill>
                  <a:srgbClr val="64748B"/>
                </a:solidFill>
              </a:rPr>
              <a:t> </a:t>
            </a:r>
            <a:r>
              <a:rPr lang="en-US" sz="1600" dirty="0">
                <a:solidFill>
                  <a:srgbClr val="64748B"/>
                </a:solidFill>
              </a:rPr>
              <a:t> Week 1–Week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25054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ResNet50 Encoder + LSTM Decoder + Streamlit App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4128" y="312724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22783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</a:rPr>
              <a:t>Deep Learning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312724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227832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</a:rPr>
              <a:t>Computer Vision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43984" y="3127248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2278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8A"/>
                </a:solidFill>
              </a:rPr>
              <a:t>NLP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3977640"/>
            <a:ext cx="6126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Goal: generate a short natural language caption from an uploaded image.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18120" y="4434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1/8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Solution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Why image captioning is a multimodal deep learning task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343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Computers can detect visual patterns, but they cannot describe an image in human language without a trained model.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273552"/>
            <a:ext cx="43434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model must connect two different data types: images and text.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3952" y="1389888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93992" y="1691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Solution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93992" y="2148840"/>
            <a:ext cx="4251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Use a CNN encoder to extract visual features, then use an LSTM decoder to generate a caption word by word.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3992" y="33284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8A"/>
                </a:solidFill>
              </a:rPr>
              <a:t>CNN Encoder → LSTM Decoder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93992" y="39959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dirty="0">
                <a:solidFill>
                  <a:srgbClr val="1F2937"/>
                </a:solidFill>
              </a:rPr>
              <a:t>Image</a:t>
            </a:r>
            <a:r>
              <a:rPr lang="en-US" sz="1800" dirty="0">
                <a:solidFill>
                  <a:srgbClr val="1F2937"/>
                </a:solidFill>
              </a:rPr>
              <a:t>  →     2048-D vector     →     “a man in…”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2/8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Flickr8k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Images with human-written captions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44168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FE8"/>
                </a:solidFill>
              </a:rPr>
              <a:t>40,455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192938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</a:rPr>
              <a:t>caption rows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273552" y="1344168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508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A34A"/>
                </a:solidFill>
              </a:rPr>
              <a:t>8,091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92424" y="19293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</a:rPr>
              <a:t>unique images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779008" y="1344168"/>
            <a:ext cx="2240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16168" y="1508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9E0B"/>
                </a:solidFill>
              </a:rPr>
              <a:t>≈5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97880" y="19293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</a:rPr>
              <a:t>captions per image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284464" y="1344168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21624" y="1508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3A8A"/>
                </a:solidFill>
              </a:rPr>
              <a:t>image → text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03336" y="192938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</a:rPr>
              <a:t>task type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85800" y="278892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090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What the data contains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3566160"/>
            <a:ext cx="44805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image file 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human-written caption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multiple captions for the same image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natural everyday scenes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73952" y="2788920"/>
            <a:ext cx="48463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48272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Why split by image name?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48272" y="3566160"/>
            <a:ext cx="40690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Captions for the same image must not appear in both training and testing. This prevents data leakage and makes evaluation fair.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48272" y="4754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Train 80% · Validation 10% · Test 10%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3/8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1–2: EDA, Preprocessing and Baseline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From raw captions to the first CNN-LSTM model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Week 1: EDA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278892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loaded captions file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checked dataset shape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analyzed caption length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displayed images with captions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3657600"/>
            <a:ext cx="777240" cy="0"/>
          </a:xfrm>
          <a:prstGeom prst="line">
            <a:avLst/>
          </a:prstGeom>
          <a:noFill/>
          <a:ln w="12700">
            <a:solidFill>
              <a:srgbClr val="2F5F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141732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Preprocessing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2212848"/>
            <a:ext cx="27889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lowercase 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remove punctuation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add &lt;start&gt; and &lt;end&gt;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build vocabulary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pad sequences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47888" y="3657600"/>
            <a:ext cx="777240" cy="0"/>
          </a:xfrm>
          <a:prstGeom prst="line">
            <a:avLst/>
          </a:prstGeom>
          <a:noFill/>
          <a:ln w="12700">
            <a:solidFill>
              <a:srgbClr val="2F5F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49640" y="1417320"/>
            <a:ext cx="2880360" cy="4526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239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Baseline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33104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FE8"/>
                </a:solidFill>
              </a:rPr>
              <a:t>VGG16 + LSTM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2396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First working captioning pipeline. It gave a comparison point for the improved model.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4/8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3: Improved ResNet50 + LSTM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stronger encoder and better training settings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9377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Model architecture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87552" y="2029968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1396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Input image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87552" y="2715768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8254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</a:rPr>
              <a:t>ResNet50 encoder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7552" y="3401568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112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2048-D features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4087368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970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LSTM decoder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4773168"/>
            <a:ext cx="416052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8828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Generated caption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53328" y="12344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Model settings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55080" y="2057400"/>
            <a:ext cx="4800600" cy="411480"/>
          </a:xfrm>
          <a:prstGeom prst="roundRect">
            <a:avLst>
              <a:gd name="adj" fmla="val 8889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76272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Model                         Feature       LR        Dropout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355080" y="2587752"/>
            <a:ext cx="4800600" cy="411480"/>
          </a:xfrm>
          <a:prstGeom prst="roundRect">
            <a:avLst>
              <a:gd name="adj" fmla="val 8889"/>
            </a:avLst>
          </a:prstGeom>
          <a:solidFill>
            <a:srgbClr val="F7FA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706624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VGG16 + LSTM              4096        0.001       0.0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355080" y="3118104"/>
            <a:ext cx="4800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36976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E3A8A"/>
                </a:solidFill>
              </a:rPr>
              <a:t>ResNet50 + LSTM         2048        0.0005    0.3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382512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ResNet50 was selected because it is deeper and stronger than VGG16. Dropout was added to reduce overfitting risk, and a smaller learning rate was used for more stable training.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5/8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 and Results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What the project produced after training and testing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Training outputs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7432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train loss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validation loss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BLEU-1 and BLEU-2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good / bad caption examples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2788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Loss shows learning progress, while BLEU and examples show caption quality.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Saved artifacts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FE8"/>
                </a:solidFill>
              </a:rPr>
              <a:t>resnet50_lstm_captioner.pt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87168"/>
            <a:ext cx="25146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trained model checkpoint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FE8"/>
                </a:solidFill>
              </a:rPr>
              <a:t>vocab.json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529584"/>
            <a:ext cx="2514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word-to-index and index-to-word mappings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325112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These files allow the app to run inference without retraining.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75320" y="1234440"/>
            <a:ext cx="2926080" cy="47091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0496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Final app output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58784" y="2286000"/>
            <a:ext cx="2139696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</a:rPr>
              <a:t>“A man in a black shirt is a”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58784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The caption is incomplete, but it proves the full pipeline works.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6/8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4: Streamlit Mini Application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Interactive prototype for testing uploaded images</a:t>
            </a:r>
            <a:endParaRPr lang="en-US" sz="1050" dirty="0"/>
          </a:p>
        </p:txBody>
      </p:sp>
      <p:pic>
        <p:nvPicPr>
          <p:cNvPr id="6" name="Image 0" descr="/mnt/data/Screenshot 2026-05-21 at 23.28.08.png"/>
          <p:cNvPicPr>
            <a:picLocks noChangeAspect="1"/>
          </p:cNvPicPr>
          <p:nvPr/>
        </p:nvPicPr>
        <p:blipFill>
          <a:blip r:embed="rId3"/>
          <a:srcRect l="1236" t="3249" r="1236"/>
          <a:stretch>
            <a:fillRect/>
          </a:stretch>
        </p:blipFill>
        <p:spPr>
          <a:xfrm>
            <a:off x="685800" y="1461052"/>
            <a:ext cx="6492240" cy="40253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325880"/>
            <a:ext cx="37490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A"/>
                </a:solidFill>
              </a:rPr>
              <a:t>App features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18120" y="2057400"/>
            <a:ext cx="28346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upload JPG, JPEG or 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resize image to 224×224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extract features with ResNet50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generate caption with LSTM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show the result in browser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4251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Inference pipeline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4590288"/>
            <a:ext cx="2788920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uploaded image → preprocessing → ResNet50 → LSTM → caption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7/8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5FE8"/>
          </a:solidFill>
          <a:ln w="12700">
            <a:solidFill>
              <a:srgbClr val="2F5FE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93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12648" y="877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Main outcome of the Week 1–Week 4 project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0292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Final conclusion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40690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The project completed the full deep learning pipeline: dataset loading, EDA, preprocessing, baseline model, improved model, evaluation, artifact saving and Streamlit deployment.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3474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Main achievement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3822192"/>
            <a:ext cx="4023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 working prototype that generates captions from uploaded images.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44768" y="1234440"/>
            <a:ext cx="53492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7F5">
                <a:alpha val="85000"/>
              </a:srgbClr>
            </a:solidFill>
            <a:prstDash val="solid"/>
          </a:ln>
          <a:effectLst>
            <a:outerShdw blurRad="12700" dist="50800" dir="2700000" algn="bl" rotWithShape="0">
              <a:srgbClr val="CBD5E1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1993392"/>
            <a:ext cx="42976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train for more epochs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use beam search instead of greedy decoding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add attention mechanism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test larger datasets like Flickr30k or MS COCO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try Transformer-based captioning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709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Key message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5029200"/>
            <a:ext cx="3931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The result is not perfect, but it clearly demonstrates transfer learning, sequence modeling and deployment.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9264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Flickr8k Image Captioning · 8/8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672</Words>
  <Application>Microsoft Macintosh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Student Deep Learning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Flickr8k Image Captioning with ResNet50 + LSTM</dc:title>
  <dc:subject>Flickr8k Image Captioning Final Presentation</dc:subject>
  <dc:creator>OpenAI</dc:creator>
  <cp:lastModifiedBy>Ayanat Kanat</cp:lastModifiedBy>
  <cp:revision>2</cp:revision>
  <dcterms:created xsi:type="dcterms:W3CDTF">2026-05-21T19:43:10Z</dcterms:created>
  <dcterms:modified xsi:type="dcterms:W3CDTF">2026-05-21T19:50:06Z</dcterms:modified>
</cp:coreProperties>
</file>